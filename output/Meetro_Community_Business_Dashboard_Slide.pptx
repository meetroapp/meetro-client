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424fbbbc0640be" /><Relationship Type="http://schemas.openxmlformats.org/officeDocument/2006/relationships/extended-properties" Target="/docProps/app.xml" Id="R3510c93fe1e94b58" /><Relationship Type="http://schemas.openxmlformats.org/officeDocument/2006/relationships/officeDocument" Target="/ppt/presentation.xml" Id="R27dfc5d2d7e74b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620a6f092c43ab"/>
  </p:sldMasterIdLst>
  <p:notesMasterIdLst>
    <p:notesMasterId xmlns:r="http://schemas.openxmlformats.org/officeDocument/2006/relationships" r:id="R9e94dd82600f4d0f"/>
  </p:notesMasterIdLst>
  <p:sldIdLst>
    <p:sldId xmlns:r="http://schemas.openxmlformats.org/officeDocument/2006/relationships" id="256" r:id="R44cf1abe963446c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72c687db4e4f22" /><Relationship Type="http://schemas.openxmlformats.org/officeDocument/2006/relationships/slideMaster" Target="/ppt/slideMasters/slideMaster1.xml" Id="Rfa620a6f092c43ab" /><Relationship Type="http://schemas.openxmlformats.org/officeDocument/2006/relationships/notesMaster" Target="/ppt/notesMasters/notesMaster1.xml" Id="R9e94dd82600f4d0f" /><Relationship Type="http://schemas.openxmlformats.org/officeDocument/2006/relationships/presProps" Target="/ppt/presProps.xml" Id="Re05c9151b9bf45c5" /><Relationship Type="http://schemas.openxmlformats.org/officeDocument/2006/relationships/tableStyles" Target="/ppt/tableStyles.xml" Id="Re931e5d0029a4228" /><Relationship Type="http://schemas.openxmlformats.org/officeDocument/2006/relationships/slide" Target="/ppt/slides/slide1.xml" Id="R44cf1abe963446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d30c30f10c45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47650" dist="99444" dir="4398045">
              <a:srgbClr val="24332A">
                <a:alpha val="15000"/>
              </a:srgbClr>
            </a:outerShdw>
          </a:effectLst>
        </a:effectStyle>
        <a:effectStyle>
          <a:effectLst>
            <a:outerShdw blurRad="285750" dist="87816" dir="4648272">
              <a:srgbClr val="24332A">
                <a:alpha val="7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0a8713c52e48e9" /><Relationship Type="http://schemas.openxmlformats.org/officeDocument/2006/relationships/notesMaster" Target="/ppt/notesMasters/notesMaster1.xml" Id="R36b8d3d59ab446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c2c022690445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c192345d454bad" /><Relationship Type="http://schemas.openxmlformats.org/officeDocument/2006/relationships/slideLayout" Target="/ppt/slideLayouts/slideLayout1.xml" Id="Rf347e9be323f41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47e9be323f41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47650" dist="99444" dir="4398045">
              <a:srgbClr val="24332A">
                <a:alpha val="1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bc8f0aad40445d" /><Relationship Type="http://schemas.openxmlformats.org/officeDocument/2006/relationships/image" Target="/ppt/media/image.png" Id="Rbda3a2bf22034761" /><Relationship Type="http://schemas.openxmlformats.org/officeDocument/2006/relationships/notesSlide" Target="/ppt/notesSlides/notesSlide1.xml" Id="Rd914cc397d7f45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line-block">
            <a:extLst xmlns:a="http://schemas.openxmlformats.org/drawingml/2006/main">
              <a:ext uri="{FF2B5EF4-FFF2-40B4-BE49-F238E27FC236}">
                <a16:creationId xmlns:a16="http://schemas.microsoft.com/office/drawing/2014/main" id="{6A75AA68-AAFF-48F8-AC83-04F5A540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4476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3500" b="1">
                <a:solidFill>
                  <a:srgbClr val="13251A"/>
                </a:solidFill>
                <a:latin typeface="Arial"/>
                <a:ea typeface="Arial"/>
                <a:cs typeface="Arial"/>
              </a:defRPr>
            </a:pPr>
            <a:r>
              <a:rPr sz="3500" b="1">
                <a:solidFill>
                  <a:srgbClr val="13251A"/>
                </a:solidFill>
                <a:latin typeface="Arial"/>
                <a:ea typeface="Arial"/>
                <a:cs typeface="Arial"/>
              </a:rPr>
              <a:t>YOUR BUSINESS.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3500" b="1">
                <a:solidFill>
                  <a:srgbClr val="13251A"/>
                </a:solidFill>
                <a:latin typeface="Arial"/>
                <a:ea typeface="Arial"/>
                <a:cs typeface="Arial"/>
              </a:defRPr>
            </a:pPr>
            <a:r>
              <a:rPr sz="3500" b="1">
                <a:solidFill>
                  <a:srgbClr val="13251A"/>
                </a:solidFill>
                <a:latin typeface="Arial"/>
                <a:ea typeface="Arial"/>
                <a:cs typeface="Arial"/>
              </a:rPr>
              <a:t>ONE CLEAR VIEW.</a:t>
            </a:r>
          </a:p>
        </p:txBody>
      </p:sp>
      <p:sp>
        <p:nvSpPr>
          <p:cNvPr id="2" name="takeaway-block">
            <a:extLst xmlns:a="http://schemas.openxmlformats.org/drawingml/2006/main">
              <a:ext uri="{FF2B5EF4-FFF2-40B4-BE49-F238E27FC236}">
                <a16:creationId xmlns:a16="http://schemas.microsoft.com/office/drawing/2014/main" id="{AA4359B0-C5B9-4569-AD7D-12C41F8B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5143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600" b="0">
                <a:solidFill>
                  <a:srgbClr val="526158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158"/>
                </a:solidFill>
                <a:latin typeface="Arial"/>
                <a:ea typeface="Arial"/>
                <a:cs typeface="Arial"/>
              </a:rPr>
              <a:t>Meetro Community brings opportunities,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600" b="0">
                <a:solidFill>
                  <a:srgbClr val="526158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158"/>
                </a:solidFill>
                <a:latin typeface="Arial"/>
                <a:ea typeface="Arial"/>
                <a:cs typeface="Arial"/>
              </a:rPr>
              <a:t>active work, communication, scheduling, and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600" b="0">
                <a:solidFill>
                  <a:srgbClr val="526158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158"/>
                </a:solidFill>
                <a:latin typeface="Arial"/>
                <a:ea typeface="Arial"/>
                <a:cs typeface="Arial"/>
              </a:rPr>
              <a:t>business tools into one connected operating view.</a:t>
            </a:r>
          </a:p>
        </p:txBody>
      </p:sp>
      <p:sp>
        <p:nvSpPr>
          <p:cNvPr id="4" name="screenshot-frame-shadow">
            <a:extLst xmlns:a="http://schemas.openxmlformats.org/drawingml/2006/main">
              <a:ext uri="{FF2B5EF4-FFF2-40B4-BE49-F238E27FC236}">
                <a16:creationId xmlns:a16="http://schemas.microsoft.com/office/drawing/2014/main" id="{0500E08F-28C9-4915-87A9-C88F5592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621093"/>
            <a:ext cx="5965224" cy="5615814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a3a2bf22034761"/>
          <a:stretch xmlns:a="http://schemas.openxmlformats.org/drawingml/2006/main"/>
        </p:blipFill>
        <p:spPr>
          <a:xfrm xmlns:a="http://schemas.openxmlformats.org/drawingml/2006/main">
            <a:off x="6153150" y="621093"/>
            <a:ext cx="5965224" cy="56158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4923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47650" dist="99444" dir="4398045">
              <a:srgbClr val="24332A">
                <a:alpha val="15000"/>
              </a:srgbClr>
            </a:outerShdw>
          </a:effectLst>
        </a:effectStyle>
        <a:effectStyle>
          <a:effectLst>
            <a:outerShdw blurRad="285750" dist="87816" dir="4648272">
              <a:srgbClr val="24332A">
                <a:alpha val="7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2026-07-11T11:48:25.1080000Z</dcterms:created>
  <dcterms:modified xsi:type="dcterms:W3CDTF">2026-07-11T11:48:25.1080000Z</dcterms:modified>
</coreProperties>
</file>